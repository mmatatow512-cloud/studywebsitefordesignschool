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测试幻灯片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这是第一张幻灯片的内容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测试幻灯片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这是第二张幻灯片的内容</a:t>
            </a:r>
          </a:p>
          <a:p/>
          <a:p>
            <a:r>
              <a:t>包含多行文本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