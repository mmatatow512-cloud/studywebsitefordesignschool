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测试PPT标题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这是第一张幻灯片的副标题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第二张幻灯片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这是第二张幻灯片的内容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第三张幻灯片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这是第三张幻灯片的内容，用于测试PPT转视频功能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